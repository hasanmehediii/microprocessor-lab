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Tahom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Tahom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2c3db659d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2c3db659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2c3db659d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2c3db659d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2c75859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2c75859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2c75859f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2c75859f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2c3db659d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2c3db659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2c0979f7c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2c0979f7c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2c3db659d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2c3db659d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2c75859f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2c75859f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2c75859f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2c75859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2c75859f9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2c75859f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://www.google.com:443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460950" y="13822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Mini Cache and Proxy Server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94325" y="3686050"/>
            <a:ext cx="25629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mbria"/>
                <a:ea typeface="Cambria"/>
                <a:cs typeface="Cambria"/>
                <a:sym typeface="Cambria"/>
              </a:rPr>
              <a:t>Biplob Paul (50)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mbria"/>
                <a:ea typeface="Cambria"/>
                <a:cs typeface="Cambria"/>
                <a:sym typeface="Cambria"/>
              </a:rPr>
              <a:t>Mehedi Hasan (22)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01875" y="2221050"/>
            <a:ext cx="68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CSE-3111 Computer Networking Lab Course</a:t>
            </a:r>
            <a:endParaRPr sz="18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148900" y="1094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System Overview: How it works?</a:t>
            </a:r>
            <a:endParaRPr/>
          </a:p>
        </p:txBody>
      </p:sp>
      <p:pic>
        <p:nvPicPr>
          <p:cNvPr id="93" name="Google Shape;93;p14" title="Screenshot 2026-01-07 2140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525" y="613238"/>
            <a:ext cx="70485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42350" y="3312275"/>
            <a:ext cx="83337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388620" rtl="0" algn="just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SzPts val="1700"/>
              <a:buFont typeface="Cambria"/>
              <a:buAutoNum type="romanUcPeriod"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Client sends request to proxy Proxy checks cache first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Font typeface="Cambria"/>
              <a:buAutoNum type="romanUcPeriod"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If cached, return immediately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marR="5080" rtl="0" algn="just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SzPts val="1700"/>
              <a:buFont typeface="Cambria"/>
              <a:buAutoNum type="romanUcPeriod"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If not cached, fetch from web server Cache response and return 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5080" rtl="0" algn="just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to client Log all activity to dashboard</a:t>
            </a:r>
            <a:endParaRPr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6078000" y="1908456"/>
            <a:ext cx="959700" cy="532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Start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3991400" y="2805681"/>
            <a:ext cx="1940700" cy="887100"/>
          </a:xfrm>
          <a:prstGeom prst="parallelogram">
            <a:avLst>
              <a:gd fmla="val 25000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Proxy Server at 127.0.0.1:9090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7048150" y="2805681"/>
            <a:ext cx="1940700" cy="887100"/>
          </a:xfrm>
          <a:prstGeom prst="parallelogram">
            <a:avLst>
              <a:gd fmla="val 25000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Log Dashboard </a:t>
            </a:r>
            <a:r>
              <a:rPr lang="en">
                <a:latin typeface="Cambria"/>
                <a:ea typeface="Cambria"/>
                <a:cs typeface="Cambria"/>
                <a:sym typeface="Cambria"/>
              </a:rPr>
              <a:t>at 127.0.0.1:5000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02" name="Google Shape;102;p15"/>
          <p:cNvCxnSpPr/>
          <p:nvPr/>
        </p:nvCxnSpPr>
        <p:spPr>
          <a:xfrm flipH="1">
            <a:off x="6526550" y="2440531"/>
            <a:ext cx="10500" cy="80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5"/>
          <p:cNvCxnSpPr>
            <a:endCxn id="101" idx="5"/>
          </p:cNvCxnSpPr>
          <p:nvPr/>
        </p:nvCxnSpPr>
        <p:spPr>
          <a:xfrm>
            <a:off x="5838137" y="3243831"/>
            <a:ext cx="1320900" cy="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5"/>
          <p:cNvSpPr/>
          <p:nvPr/>
        </p:nvSpPr>
        <p:spPr>
          <a:xfrm>
            <a:off x="345975" y="2571750"/>
            <a:ext cx="3280200" cy="203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Dashboard Shows:</a:t>
            </a:r>
            <a:endParaRPr b="0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89560" marR="508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- Live request table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89560" marR="508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- Cache statistics 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89560" marR="508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- Blacklist status 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89560" marR="508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- Cached URLs list 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89560" marR="508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- Test interface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00700" y="168775"/>
            <a:ext cx="874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Dashboard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61925" y="861500"/>
            <a:ext cx="86814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Project </a:t>
            </a: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starts</a:t>
            </a: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 with 2 different thread in port 9090 and 5000 in localhost.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mbria"/>
              <a:buChar char="-"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Frontend fetch every req after 2 sec interval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mbria"/>
              <a:buChar char="-"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Backend shows that in frontend for each log entry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7588250" y="1718925"/>
            <a:ext cx="1137900" cy="5322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config.json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08" name="Google Shape;108;p15"/>
          <p:cNvCxnSpPr>
            <a:stCxn id="107" idx="1"/>
          </p:cNvCxnSpPr>
          <p:nvPr/>
        </p:nvCxnSpPr>
        <p:spPr>
          <a:xfrm flipH="1">
            <a:off x="6920150" y="1985025"/>
            <a:ext cx="668100" cy="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121275" y="144025"/>
            <a:ext cx="3783600" cy="2709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255" rtl="0" algn="l">
              <a:lnSpc>
                <a:spcPct val="1018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@app . route (</a:t>
            </a: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’/ api/ requests ’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59715" lvl="0" marL="266700" marR="936625" rtl="0" algn="l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def 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get_requests (): </a:t>
            </a:r>
            <a:r>
              <a:rPr lang="en" sz="12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return 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jsonify (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525780" rtl="0" algn="l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request_log . get_all ()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6289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445" lvl="0" marL="9525" marR="742950" rtl="0" algn="l">
              <a:lnSpc>
                <a:spcPct val="11875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009900"/>
                </a:solidFill>
                <a:latin typeface="Cambria"/>
                <a:ea typeface="Cambria"/>
                <a:cs typeface="Cambria"/>
                <a:sym typeface="Cambria"/>
              </a:rPr>
              <a:t># Each request logged : 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log_entry = {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62890" rtl="0" algn="l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timestamp "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"..."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62890" marR="870585" rtl="0" algn="l">
              <a:lnSpc>
                <a:spcPct val="11875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method "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GET"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url"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"..."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62890" rtl="0" algn="l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status"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200 "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6289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source "</a:t>
            </a: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" sz="1200">
                <a:solidFill>
                  <a:srgbClr val="9300D1"/>
                </a:solidFill>
                <a:latin typeface="Cambria"/>
                <a:ea typeface="Cambria"/>
                <a:cs typeface="Cambria"/>
                <a:sym typeface="Cambria"/>
              </a:rPr>
              <a:t>" cache "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508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1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9525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request_log . add ( log_entry )</a:t>
            </a:r>
            <a:endParaRPr sz="1600"/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475" y="243250"/>
            <a:ext cx="5018548" cy="25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75" y="3006025"/>
            <a:ext cx="778192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15520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How Domain blocking works?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1" name="Google Shape;121;p17" title="Screenshot 2026-01-07 2144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00" y="561550"/>
            <a:ext cx="7953375" cy="24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74300" y="2843525"/>
            <a:ext cx="66576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" rtl="0" algn="l">
              <a:lnSpc>
                <a:spcPct val="101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is_blacklisted ( url):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26670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domain = extract_domain ( url)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57810" lvl="0" marL="523240" marR="1878328" rtl="0" algn="l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blocked_domain </a:t>
            </a:r>
            <a:r>
              <a:rPr lang="en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blacklist: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57808" lvl="0" marL="980438" marR="1878328" rtl="0" algn="l">
              <a:lnSpc>
                <a:spcPct val="11875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domain == blocked_domain </a:t>
            </a:r>
            <a:r>
              <a:rPr lang="en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domain. endswith (</a:t>
            </a:r>
            <a:r>
              <a:rPr lang="en" sz="11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"."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+ blocked_domain ):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515618" lvl="0" marL="266700" marR="2847340" rtl="0" algn="l">
              <a:lnSpc>
                <a:spcPct val="11875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True </a:t>
            </a:r>
            <a:r>
              <a:rPr lang="en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False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5080" rtl="0" algn="l">
              <a:lnSpc>
                <a:spcPct val="1193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# In request handler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6985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is_blacklisted ( url):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26670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" sz="1100">
                <a:solidFill>
                  <a:srgbClr val="9300D1"/>
                </a:solidFill>
                <a:latin typeface="Calibri"/>
                <a:ea typeface="Calibri"/>
                <a:cs typeface="Calibri"/>
                <a:sym typeface="Calibri"/>
              </a:rPr>
              <a:t>" HTTP /1.1 403 Forbidden "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184575" y="190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How caching works?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184575" y="798200"/>
            <a:ext cx="8718900" cy="14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have mainly implemented LRU and Memory Cache here. 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LRU (Least Recently Used) deletes the least used cache when memory becomes full.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Memory cache stores data in dictionary while running this python program.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1605925" y="2198075"/>
            <a:ext cx="4651500" cy="2616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mbria"/>
                <a:ea typeface="Cambria"/>
                <a:cs typeface="Cambria"/>
                <a:sym typeface="Cambria"/>
              </a:rPr>
              <a:t>Is it stores data on memory in OS Level? No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Cambria"/>
                <a:ea typeface="Cambria"/>
                <a:cs typeface="Cambria"/>
                <a:sym typeface="Cambria"/>
              </a:rPr>
              <a:t>❌ Laptop cache memory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Cambria"/>
                <a:ea typeface="Cambria"/>
                <a:cs typeface="Cambria"/>
                <a:sym typeface="Cambria"/>
              </a:rPr>
              <a:t>❌ CPU L1/L2/L3 cache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Cambria"/>
                <a:ea typeface="Cambria"/>
                <a:cs typeface="Cambria"/>
                <a:sym typeface="Cambria"/>
              </a:rPr>
              <a:t>❌ OS page cache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Cambria"/>
                <a:ea typeface="Cambria"/>
                <a:cs typeface="Cambria"/>
                <a:sym typeface="Cambria"/>
              </a:rPr>
              <a:t>❌ Browser cache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Cambria"/>
                <a:ea typeface="Cambria"/>
                <a:cs typeface="Cambria"/>
                <a:sym typeface="Cambria"/>
              </a:rPr>
              <a:t>❌ Disk cache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161450" y="1325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How http tunneling works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438" y="971550"/>
            <a:ext cx="7610475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390050" y="2838375"/>
            <a:ext cx="73227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61975" rtl="0" algn="l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Client: ”CONNECT </a:t>
            </a:r>
            <a:r>
              <a:rPr lang="en" u="sng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www.google.com:443”</a:t>
            </a: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61975" rtl="0" algn="l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Proxy establishes TCP connection to Google 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61975" rtl="0" algn="l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Proxy replies: ”200 Connection established”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148590" rtl="0" algn="l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Client performs TLS handshake directly with Google 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148590" rtl="0" algn="l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Proxy forwards encrypted data bidirectionally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spcBef>
                <a:spcPts val="26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Proxy cannot see content (end-to-end encryption)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Proxy authentication and  Domain &amp; Content Blocking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050" y="1592290"/>
            <a:ext cx="4512674" cy="283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725" y="1784200"/>
            <a:ext cx="3353400" cy="23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screenshots of the Dashboard </a:t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25" y="1316170"/>
            <a:ext cx="3162950" cy="227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3750" y="1316175"/>
            <a:ext cx="5018548" cy="25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193200" y="16087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300"/>
              <a:t>THANK YOU </a:t>
            </a:r>
            <a:endParaRPr sz="7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